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694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2D2A26"/>
                </a:solidFill>
              </a:defRPr>
            </a:pPr>
            <a:r>
              <a:t>Transformer 架构详解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8A8580"/>
                </a:solidFill>
              </a:defRPr>
            </a:pPr>
            <a:r>
              <a:t>从注意力机制到大语言模型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5943600"/>
            <a:ext cx="1828800" cy="254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580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26"/>
                </a:solidFill>
              </a:defRPr>
            </a:pPr>
            <a:r>
              <a:t>背景与动机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1097280" cy="254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6949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传统 RNN 序列建模存在长距离依赖瓶颈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注意力机制允许模型并行关注所有位置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2017 年 Google 提出纯注意力架构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彻底改变了 NLP 乃至多模态领域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731520"/>
            <a:ext cx="19050" cy="50292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580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26"/>
                </a:solidFill>
              </a:defRPr>
            </a:pPr>
            <a:r>
              <a:t>Self-Attention 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1097280" cy="254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6949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输入经线性变换得到 Q、K、V 三个矩阵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Attention(Q,K,V) = softmax(QKᵀ/√d) · V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多头注意力并行捕获不同子空间关系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缩放点积防止梯度消失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731520"/>
            <a:ext cx="19050" cy="50292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580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26"/>
                </a:solidFill>
              </a:defRPr>
            </a:pPr>
            <a:r>
              <a:t>编码器与解码器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1097280" cy="254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6949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编码器：多层 Self-Attention + FFN，输出上下文表示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解码器：Masked Attention 防止信息泄漏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交叉注意力连接编码器与解码器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残差连接 + LayerNorm 保证训练稳定性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731520"/>
            <a:ext cx="19050" cy="50292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580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26"/>
                </a:solidFill>
              </a:defRPr>
            </a:pPr>
            <a:r>
              <a:t>位置编码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1097280" cy="254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6949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Transformer 无内建序列位置感知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正弦/余弦编码提供绝对位置信号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RoPE 旋转位置编码支持长度外推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ALiBi 等方案进一步提升泛化性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731520"/>
            <a:ext cx="19050" cy="50292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580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26"/>
                </a:solidFill>
              </a:defRPr>
            </a:pPr>
            <a:r>
              <a:t>从 GPT 到 ChatGPT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1097280" cy="254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6949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GPT 系列：仅解码器 + 自回归语言建模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GPT-3 展示 few-shot 上下文学习能力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InstructGPT 引入人类反馈强化学习</a:t>
            </a:r>
          </a:p>
          <a:p>
            <a:pPr>
              <a:spcAft>
                <a:spcPts val="1400"/>
              </a:spcAft>
            </a:pPr>
            <a:r>
              <a:rPr sz="1000">
                <a:solidFill>
                  <a:srgbClr val="C4553A"/>
                </a:solidFill>
              </a:rPr>
              <a:t>▪  </a:t>
            </a:r>
            <a:r>
              <a:rPr sz="1500">
                <a:solidFill>
                  <a:srgbClr val="2D2A26"/>
                </a:solidFill>
              </a:rPr>
              <a:t>ChatGPT 标志大模型走向产品化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731520"/>
            <a:ext cx="19050" cy="50292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D2A26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A8580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754880"/>
            <a:ext cx="1828800" cy="254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