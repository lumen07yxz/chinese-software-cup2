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645920"/>
            <a:ext cx="63500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676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微软雅黑"/>
                <a:ea typeface="微软雅黑"/>
              </a:rPr>
              <a:t>Transformer 架构详解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从注意力机制到大语言模型的演进之路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5852160"/>
            <a:ext cx="1371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微软雅黑"/>
                <a:ea typeface="微软雅黑"/>
              </a:rPr>
              <a:t>01/06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微软雅黑"/>
                <a:ea typeface="微软雅黑"/>
              </a:rPr>
              <a:t>背景与动机：为什么需要 Transformer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731520" cy="31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1.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传统 RNN 存在长距离依赖瓶颈，序列建模效率低下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2.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注意力机制允许模型直接关注输入序列中的任意位置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3.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2017 年 Google 论文 Attention is All You Need 开创先河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4.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一举奠定 NLP、CV、多模态等领域的架构基础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5.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彻底告别 RNN/CNN 混合架构，开启纯注意力时代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微软雅黑"/>
                <a:ea typeface="微软雅黑"/>
              </a:rPr>
              <a:t>02/06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微软雅黑"/>
                <a:ea typeface="微软雅黑"/>
              </a:rPr>
              <a:t>Self-Attention 核心机制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731520" cy="31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1.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输入经过线性变换得到 Q（查询）、K（键）、V（值）三个矩阵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2.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核心公式：Attention(Q,K,V) = softmax(QKᵀ/√dₖ) · V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3.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多头注意力并行捕获不同子空间的语义关系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4.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缩放因子 √dₖ 防止点积过大导致梯度消失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5.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📊  [图表: Self-Attention 计算流程图]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微软雅黑"/>
                <a:ea typeface="微软雅黑"/>
              </a:rPr>
              <a:t>03/06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微软雅黑"/>
                <a:ea typeface="微软雅黑"/>
              </a:rPr>
              <a:t>编码器与解码器架构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731520" cy="31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1.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编码器：多层 Self-Attention + FFN，输出上下文表示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2.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解码器：Masked Attention 防止信息泄漏，自回归生成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3.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交叉注意力（Cross-Attention）连接编码器与解码器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4.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残差连接 + LayerNorm 保证深层网络训练稳定性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5.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每层 FFN 提供非线性变换能力，增强表达力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微软雅黑"/>
                <a:ea typeface="微软雅黑"/>
              </a:rPr>
              <a:t>04/06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微软雅黑"/>
                <a:ea typeface="微软雅黑"/>
              </a:rPr>
              <a:t>位置编码：让 Transformer 理解顺序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731520" cy="31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1.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Transformer 本身无内建序列位置感知能力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2.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原始方案：正弦/余弦函数生成绝对位置编码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3.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RoPE 旋转位置编码：支持长度外推，效果更优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4.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ALiBi 方案：无需训练额外参数，泛化性更强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5.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📊  [图表: 不同位置编码方案对比]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微软雅黑"/>
                <a:ea typeface="微软雅黑"/>
              </a:rPr>
              <a:t>05/06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微软雅黑"/>
                <a:ea typeface="微软雅黑"/>
              </a:rPr>
              <a:t>从 GPT 到 ChatGPT 的演进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731520" cy="31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1.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GPT 系列：纯解码器 + 自回归语言建模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2.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GPT-3 展示 few-shot 上下文学习能力（175B 参数）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3.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InstructGPT 引入 RLHF 人类反馈强化学习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4.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ChatGPT 标志大模型从实验室走向产品化落地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微软雅黑"/>
                <a:ea typeface="微软雅黑"/>
              </a:rPr>
              <a:t>06/06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微软雅黑"/>
                <a:ea typeface="微软雅黑"/>
              </a:rPr>
              <a:t>Transformer 的未来方向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731520" cy="31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1.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稀疏注意力：降低计算复杂度，支持超长序列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2.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Mixture of Experts（MoE）：动态激活部分参数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3.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多模态统一架构：文本、图像、音频、视频一体化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  4.  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端侧部署：模型量化 + 蒸馏，适配移动设备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A1A1A"/>
                </a:solidFill>
                <a:latin typeface="微软雅黑"/>
                <a:ea typeface="微软雅黑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572000"/>
            <a:ext cx="914400" cy="31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